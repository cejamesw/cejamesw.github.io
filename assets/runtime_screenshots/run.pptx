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80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23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71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13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89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99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05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90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33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75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8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37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90942-EE06-4A46-B198-9462AE6D444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076CA-50C2-4988-B271-9BB52259BB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26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267" y="0"/>
            <a:ext cx="5575465" cy="6858000"/>
          </a:xfrm>
          <a:prstGeom prst="rect">
            <a:avLst/>
          </a:prstGeom>
        </p:spPr>
      </p:pic>
      <p:sp>
        <p:nvSpPr>
          <p:cNvPr id="9" name="云形标注 8"/>
          <p:cNvSpPr/>
          <p:nvPr/>
        </p:nvSpPr>
        <p:spPr>
          <a:xfrm>
            <a:off x="8520222" y="878957"/>
            <a:ext cx="3118885" cy="2013098"/>
          </a:xfrm>
          <a:prstGeom prst="cloudCallout">
            <a:avLst>
              <a:gd name="adj1" fmla="val -77781"/>
              <a:gd name="adj2" fmla="val -24471"/>
            </a:avLst>
          </a:prstGeom>
          <a:solidFill>
            <a:schemeClr val="accent4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270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</a:rPr>
              <a:t>状态反馈</a:t>
            </a:r>
            <a:r>
              <a:rPr lang="zh-CN" altLang="en-US" sz="2400" b="1" dirty="0" smtClean="0">
                <a:solidFill>
                  <a:schemeClr val="tx1"/>
                </a:solidFill>
              </a:rPr>
              <a:t>区</a:t>
            </a:r>
            <a:endParaRPr lang="en-US" altLang="zh-CN" sz="2400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成功</a:t>
            </a:r>
            <a:r>
              <a:rPr lang="zh-CN" altLang="en-US" sz="2400" dirty="0">
                <a:solidFill>
                  <a:schemeClr val="tx1"/>
                </a:solidFill>
              </a:rPr>
              <a:t>、失败、提示单行显示</a:t>
            </a:r>
          </a:p>
        </p:txBody>
      </p:sp>
      <p:sp>
        <p:nvSpPr>
          <p:cNvPr id="11" name="云形标注 10"/>
          <p:cNvSpPr/>
          <p:nvPr/>
        </p:nvSpPr>
        <p:spPr>
          <a:xfrm>
            <a:off x="108867" y="528084"/>
            <a:ext cx="3118885" cy="2013098"/>
          </a:xfrm>
          <a:prstGeom prst="cloudCallout">
            <a:avLst>
              <a:gd name="adj1" fmla="val 67674"/>
              <a:gd name="adj2" fmla="val 12149"/>
            </a:avLst>
          </a:prstGeom>
          <a:solidFill>
            <a:schemeClr val="accent4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270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菜单块重绘</a:t>
            </a:r>
          </a:p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进入下级菜单后替换当前内容区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云形标注 11"/>
          <p:cNvSpPr/>
          <p:nvPr/>
        </p:nvSpPr>
        <p:spPr>
          <a:xfrm>
            <a:off x="8772861" y="3771012"/>
            <a:ext cx="3118885" cy="2013098"/>
          </a:xfrm>
          <a:prstGeom prst="cloudCallout">
            <a:avLst>
              <a:gd name="adj1" fmla="val -62554"/>
              <a:gd name="adj2" fmla="val -45950"/>
            </a:avLst>
          </a:prstGeom>
          <a:solidFill>
            <a:schemeClr val="accent4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270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功能分区</a:t>
            </a:r>
          </a:p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同类操作集中在同一菜单块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云形标注 12"/>
          <p:cNvSpPr/>
          <p:nvPr/>
        </p:nvSpPr>
        <p:spPr>
          <a:xfrm>
            <a:off x="636951" y="4033284"/>
            <a:ext cx="3118885" cy="2013098"/>
          </a:xfrm>
          <a:prstGeom prst="cloudCallout">
            <a:avLst>
              <a:gd name="adj1" fmla="val 54038"/>
              <a:gd name="adj2" fmla="val 69191"/>
            </a:avLst>
          </a:prstGeom>
          <a:solidFill>
            <a:schemeClr val="accent4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270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</a:rPr>
              <a:t>输入焦点</a:t>
            </a:r>
          </a:p>
          <a:p>
            <a:pPr algn="ctr"/>
            <a:r>
              <a:rPr lang="zh-CN" altLang="en-US" sz="2400" dirty="0" smtClean="0">
                <a:solidFill>
                  <a:schemeClr val="tx1"/>
                </a:solidFill>
              </a:rPr>
              <a:t>当前只暴露一个输入目标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40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Wzj</dc:creator>
  <cp:lastModifiedBy>Wzj</cp:lastModifiedBy>
  <cp:revision>2</cp:revision>
  <dcterms:created xsi:type="dcterms:W3CDTF">2026-07-07T08:43:13Z</dcterms:created>
  <dcterms:modified xsi:type="dcterms:W3CDTF">2026-07-07T09:07:37Z</dcterms:modified>
</cp:coreProperties>
</file>